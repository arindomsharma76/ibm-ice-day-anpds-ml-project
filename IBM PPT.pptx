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Constanti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nstantia-bold.fntdata"/><Relationship Id="rId16" Type="http://schemas.openxmlformats.org/officeDocument/2006/relationships/font" Target="fonts/Constantia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Constanti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nstanti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Earlier method is based on neural n/w, that requires highly trained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92894a16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92894a1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792894a16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92894a168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92894a1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792894a168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92894a168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792894a16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792894a16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12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12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12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12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ctrTitle"/>
          </p:nvPr>
        </p:nvSpPr>
        <p:spPr>
          <a:xfrm>
            <a:off x="609600" y="1143000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Automatic License Plate Recognition System</a:t>
            </a:r>
            <a:endParaRPr/>
          </a:p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533400" y="3228518"/>
            <a:ext cx="8169000" cy="29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/>
          <a:p>
            <a:pPr indent="0" lvl="0" marL="0" marR="4572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Presented By:-</a:t>
            </a:r>
            <a:endParaRPr/>
          </a:p>
          <a:p>
            <a:pPr indent="0" lvl="0" marL="0" marR="45720" rtl="0" algn="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Abhilasha Sharma </a:t>
            </a:r>
            <a:endParaRPr sz="2405"/>
          </a:p>
          <a:p>
            <a:pPr indent="0" lvl="0" marL="0" marR="45720" rtl="0" algn="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Ananya Deori</a:t>
            </a:r>
            <a:endParaRPr sz="2405"/>
          </a:p>
          <a:p>
            <a:pPr indent="0" lvl="0" marL="0" marR="45720" rtl="0" algn="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Arindom Sharma</a:t>
            </a:r>
            <a:endParaRPr sz="2405"/>
          </a:p>
          <a:p>
            <a:pPr indent="0" lvl="0" marL="0" marR="45720" rtl="0" algn="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Saket Kumar Jha</a:t>
            </a:r>
            <a:endParaRPr sz="2405"/>
          </a:p>
          <a:p>
            <a:pPr indent="0" lvl="0" marL="0" marR="45720" rtl="0" algn="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B-Tech (5</a:t>
            </a:r>
            <a:r>
              <a:rPr baseline="30000" lang="en-US" sz="2405"/>
              <a:t>th</a:t>
            </a:r>
            <a:r>
              <a:rPr lang="en-US" sz="2405"/>
              <a:t> Semester)</a:t>
            </a:r>
            <a:endParaRPr/>
          </a:p>
          <a:p>
            <a:pPr indent="0" lvl="0" marL="0" marR="45720" rtl="0" algn="r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r>
              <a:rPr lang="en-US" sz="2405"/>
              <a:t>Department of Computer Science</a:t>
            </a:r>
            <a:endParaRPr sz="240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Identification of stolen cars.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Smuggling of cars.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Invalid License plates.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Reduce traffic related nuisance.</a:t>
            </a:r>
            <a:endParaRPr/>
          </a:p>
          <a:p>
            <a:pPr indent="-226059" lvl="0" marL="274320" rtl="0" algn="l">
              <a:spcBef>
                <a:spcPts val="520"/>
              </a:spcBef>
              <a:spcAft>
                <a:spcPts val="0"/>
              </a:spcAft>
              <a:buSzPts val="1710"/>
              <a:buChar char="⚫"/>
            </a:pPr>
            <a:r>
              <a:rPr lang="en-US"/>
              <a:t>Usage of cars in terrorist attack/invalid activities.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00"/>
              <a:buChar char="⚫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Security is big issue in highly restricted areas. As well as in public places.</a:t>
            </a:r>
            <a:endParaRPr/>
          </a:p>
          <a:p>
            <a:pPr indent="-153670" lvl="0" marL="274320" rtl="0" algn="l">
              <a:spcBef>
                <a:spcPts val="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400"/>
              </a:spcBef>
              <a:spcAft>
                <a:spcPts val="0"/>
              </a:spcAft>
              <a:buSzPts val="1900"/>
              <a:buChar char="⚫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ANPR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system is image processing technology which uses number plate to identify the vehicle.</a:t>
            </a:r>
            <a:endParaRPr/>
          </a:p>
          <a:p>
            <a:pPr indent="-153670" lvl="0" marL="274320" rtl="0" algn="l">
              <a:spcBef>
                <a:spcPts val="4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400"/>
              </a:spcBef>
              <a:spcAft>
                <a:spcPts val="0"/>
              </a:spcAft>
              <a:buSzPts val="1900"/>
              <a:buChar char="⚫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Uses of optical character recognition technique(OCR) using Machine Learning.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0670" lvl="0" marL="274320" rtl="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⚫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technology is used in various security and traffic application such as access-control system.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7432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Project</a:t>
            </a:r>
            <a:endParaRPr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7185" lvl="0" marL="457200" rtl="0" algn="l">
              <a:spcBef>
                <a:spcPts val="36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Input Image(from real environment)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Algorithm using python.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Using the </a:t>
            </a:r>
            <a:r>
              <a:rPr lang="en-US"/>
              <a:t>extracted</a:t>
            </a:r>
            <a:r>
              <a:rPr lang="en-US"/>
              <a:t> no as a input in parivahan.gov.in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Software Model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   Software model consist of series of image processing technology.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/>
              <a:t>Capture image.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/>
              <a:t> Extracting the plate.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/>
              <a:t>Extracting the plate from the Image.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/>
              <a:t>Recognize the numbers from the extracted plate. </a:t>
            </a:r>
            <a:endParaRPr/>
          </a:p>
          <a:p>
            <a:pPr indent="-226059" lvl="0" marL="274320" rtl="0" algn="l">
              <a:spcBef>
                <a:spcPts val="520"/>
              </a:spcBef>
              <a:spcAft>
                <a:spcPts val="0"/>
              </a:spcAft>
              <a:buSzPts val="1710"/>
              <a:buChar char="⮚"/>
            </a:pPr>
            <a:r>
              <a:rPr lang="en-US"/>
              <a:t>Checking the number of  number plate from Database.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Hardware model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Hardware model consist of:-</a:t>
            </a:r>
            <a:endParaRPr/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Sensors to sense the presence of a vehicle.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Camera to capture the image, a motor with motor driver circuit to control to barrier.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Microcontroller for controlling the complete hardware.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PC on which algorithm is executed.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Advantages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7185" lvl="0" marL="457200" rtl="0" algn="l">
              <a:spcBef>
                <a:spcPts val="36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Improving road safety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Reduces crime and deterring terrorism.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Giving Police officer better information to work with.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Authorised parking for people.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Keeping tracks of the vehicles.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Disadvantages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7185" lvl="0" marL="457200" rtl="0" algn="l">
              <a:spcBef>
                <a:spcPts val="36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Low Quality Image of the number plate.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May take maximum time for fetching data.</a:t>
            </a:r>
            <a:endParaRPr/>
          </a:p>
          <a:p>
            <a:pPr indent="-337185" lvl="0" marL="457200" rtl="0" algn="l">
              <a:spcBef>
                <a:spcPts val="0"/>
              </a:spcBef>
              <a:spcAft>
                <a:spcPts val="0"/>
              </a:spcAft>
              <a:buSzPts val="1710"/>
              <a:buChar char="●"/>
            </a:pPr>
            <a:r>
              <a:rPr lang="en-US"/>
              <a:t>Efficiency </a:t>
            </a:r>
            <a:r>
              <a:rPr lang="en-US"/>
              <a:t>of algorithm to be correct.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/>
          <p:nvPr/>
        </p:nvSpPr>
        <p:spPr>
          <a:xfrm>
            <a:off x="3200400" y="990600"/>
            <a:ext cx="16002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Vehicle sensor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3200400" y="1752600"/>
            <a:ext cx="16002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Image Capturing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3200400" y="2590800"/>
            <a:ext cx="1600200" cy="457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Plate Region Extraction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3124200" y="3276600"/>
            <a:ext cx="16764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Number Extraction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124200" y="4038600"/>
            <a:ext cx="1676400" cy="457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OCR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71" name="Google Shape;171;p23"/>
          <p:cNvCxnSpPr/>
          <p:nvPr/>
        </p:nvCxnSpPr>
        <p:spPr>
          <a:xfrm rot="5400000">
            <a:off x="3771900" y="1638300"/>
            <a:ext cx="228600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" name="Google Shape;172;p23"/>
          <p:cNvCxnSpPr>
            <a:stCxn id="167" idx="2"/>
            <a:endCxn id="168" idx="0"/>
          </p:cNvCxnSpPr>
          <p:nvPr/>
        </p:nvCxnSpPr>
        <p:spPr>
          <a:xfrm>
            <a:off x="4000500" y="2286000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3" name="Google Shape;173;p23"/>
          <p:cNvCxnSpPr>
            <a:stCxn id="169" idx="2"/>
            <a:endCxn id="170" idx="0"/>
          </p:cNvCxnSpPr>
          <p:nvPr/>
        </p:nvCxnSpPr>
        <p:spPr>
          <a:xfrm>
            <a:off x="3962400" y="3810000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4" name="Google Shape;174;p23"/>
          <p:cNvSpPr/>
          <p:nvPr/>
        </p:nvSpPr>
        <p:spPr>
          <a:xfrm>
            <a:off x="3276600" y="4800600"/>
            <a:ext cx="1447800" cy="1447800"/>
          </a:xfrm>
          <a:prstGeom prst="diamond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Valid No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75" name="Google Shape;175;p23"/>
          <p:cNvCxnSpPr>
            <a:endCxn id="174" idx="0"/>
          </p:cNvCxnSpPr>
          <p:nvPr/>
        </p:nvCxnSpPr>
        <p:spPr>
          <a:xfrm>
            <a:off x="3886200" y="4495800"/>
            <a:ext cx="114300" cy="3048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6" name="Google Shape;176;p23"/>
          <p:cNvSpPr/>
          <p:nvPr/>
        </p:nvSpPr>
        <p:spPr>
          <a:xfrm>
            <a:off x="5257800" y="5257800"/>
            <a:ext cx="1752600" cy="53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Open barrier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77" name="Google Shape;177;p23"/>
          <p:cNvCxnSpPr>
            <a:stCxn id="174" idx="3"/>
            <a:endCxn id="176" idx="1"/>
          </p:cNvCxnSpPr>
          <p:nvPr/>
        </p:nvCxnSpPr>
        <p:spPr>
          <a:xfrm>
            <a:off x="4724400" y="5524500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8" name="Google Shape;178;p23"/>
          <p:cNvSpPr/>
          <p:nvPr/>
        </p:nvSpPr>
        <p:spPr>
          <a:xfrm>
            <a:off x="1066800" y="5257800"/>
            <a:ext cx="1524000" cy="60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Denied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79" name="Google Shape;179;p23"/>
          <p:cNvCxnSpPr/>
          <p:nvPr/>
        </p:nvCxnSpPr>
        <p:spPr>
          <a:xfrm flipH="1">
            <a:off x="2590802" y="5486400"/>
            <a:ext cx="685799" cy="38102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0" name="Google Shape;180;p23"/>
          <p:cNvSpPr txBox="1"/>
          <p:nvPr/>
        </p:nvSpPr>
        <p:spPr>
          <a:xfrm>
            <a:off x="2819400" y="5181600"/>
            <a:ext cx="4555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No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724400" y="5257800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yes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228600" y="838200"/>
            <a:ext cx="2514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Block Diagram</a:t>
            </a: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:-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